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0B7EB26-E63D-4C28-8476-DF5D4BDA615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03C558B-3402-43FD-B7E8-2D64B1743D4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07-12-2025 19:41:17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9B1BDDEC-511E-4143-AA10-6754942C46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2025-12-07T14:11:17Z</dcterms:created>
  <dcterms:modified xsi:type="dcterms:W3CDTF">2025-12-07T14:11:17Z</dcterms:modified>
</cp:coreProperties>
</file>